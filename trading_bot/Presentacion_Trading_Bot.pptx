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Sistema de Evaluación y Optimización de Trading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Proyecto Final - Inteligencia Artificial</a:t>
            </a:r>
          </a:p>
          <a:p>
            <a:r>
              <a:t>[Nombres del Equipo]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¿Por qué el 90% de los inversores pierden dinero?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Problema del Trading Manual</a:t>
            </a:r>
          </a:p>
          <a:p>
            <a:pPr lvl="1"/>
            <a:r>
              <a:t>Decisiones guiadas por emociones, rumores y sesgos cognitivos.</a:t>
            </a:r>
          </a:p>
          <a:p>
            <a:pPr lvl="1"/>
            <a:r>
              <a:t>Análisis 'visual' subjetivo en lugar de pruebas estadísticas.</a:t>
            </a:r>
          </a:p>
          <a:p>
            <a:pPr lvl="1"/>
            <a:r>
              <a:t>Falta de validación matemática antes de arriesgar capital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Estado del Arte vs. Nuestro Aporte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Bloomberg / Interactive Brokers:</a:t>
            </a:r>
          </a:p>
          <a:p>
            <a:pPr lvl="1"/>
            <a:r>
              <a:t>Cuestan miles de dólares. -&gt; Aporte: Democratizamos el acceso gratis.</a:t>
            </a:r>
          </a:p>
          <a:p>
            <a:pPr/>
            <a:r>
              <a:t>Backtrader / VectorBT:</a:t>
            </a:r>
          </a:p>
          <a:p>
            <a:pPr lvl="1"/>
            <a:r>
              <a:t>Requieren código avanzado. -&gt; Aporte: Interfaz visual intuitiva (No-code).</a:t>
            </a:r>
          </a:p>
          <a:p>
            <a:pPr/>
            <a:r>
              <a:t>Análisis Manual vs Algorítmico:</a:t>
            </a:r>
          </a:p>
          <a:p>
            <a:pPr lvl="1"/>
            <a:r>
              <a:t>Horas dibujando líneas. -&gt; Aporte: Métricas cuantitativas objetivas.</a:t>
            </a:r>
          </a:p>
          <a:p>
            <a:pPr/>
            <a:r>
              <a:t>Machine Learning Puro (Cajas Negras):</a:t>
            </a:r>
          </a:p>
          <a:p>
            <a:pPr lvl="1"/>
            <a:r>
              <a:t>Poca interpretabilidad. -&gt; Aporte: Reglas claras y matemáticas auditables.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y Stack Tecnológico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modular en Python</a:t>
            </a:r>
          </a:p>
          <a:p>
            <a:pPr lvl="1"/>
            <a:r>
              <a:t>yfinance: Descarga de datos en tiempo real (8,000+ activos).</a:t>
            </a:r>
          </a:p>
          <a:p>
            <a:pPr lvl="1"/>
            <a:r>
              <a:t>pandas: Cálculo vectorizado de indicadores técnicos.</a:t>
            </a:r>
          </a:p>
          <a:p>
            <a:pPr lvl="1"/>
            <a:r>
              <a:t>backtesting.py: Motor de simulación con comisiones realistas.</a:t>
            </a:r>
          </a:p>
          <a:p>
            <a:pPr lvl="1"/>
            <a:r>
              <a:t>Streamlit &amp; Plotly: Interfaz web y gráficas interactivas.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Estrategias y Motor Analítico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Familias Clásicas Implementadas:</a:t>
            </a:r>
          </a:p>
          <a:p>
            <a:pPr lvl="1"/>
            <a:r>
              <a:t>RSI (Relative Strength Index): Detecta activos sobrecomprados o sobrevendidos.</a:t>
            </a:r>
          </a:p>
          <a:p>
            <a:pPr lvl="1"/>
            <a:r>
              <a:t>SMA Crossover: Cruce de medias móviles para cambios de tendencia.</a:t>
            </a:r>
          </a:p>
          <a:p>
            <a:pPr lvl="1"/>
            <a:r>
              <a:t>MACD: Estrategia basada en el momentum del mercado.</a:t>
            </a:r>
          </a:p>
          <a:p>
            <a:pPr lvl="1"/>
            <a:r>
              <a:t>Grid Search Optimizador: Algoritmo interno que evalúa cientos de variaciones para encontrar la mejor combinación de parámetros (Maximizando el Sharpe Ratio).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Demostración en Vivo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1. Configuración y Análisis Básico</a:t>
            </a:r>
          </a:p>
          <a:p>
            <a:r>
              <a:t>2. Backtesting y Métricas</a:t>
            </a:r>
          </a:p>
          <a:p>
            <a:r>
              <a:t>3. Optimización con Grid 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Empíricos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Conclusiones de nuestras pruebas:</a:t>
            </a:r>
          </a:p>
          <a:p>
            <a:pPr lvl="1"/>
            <a:r>
              <a:t>Ninguna estrategia técnica funciona universalmente para todos los activos.</a:t>
            </a:r>
          </a:p>
          <a:p>
            <a:pPr lvl="1"/>
            <a:r>
              <a:t>En activos de alto crecimiento (ej. AAPL), el 'Buy &amp; Hold' suele superar al trading activo en rentabilidad bruta.</a:t>
            </a:r>
          </a:p>
          <a:p>
            <a:pPr lvl="1"/>
            <a:r>
              <a:t>Sin embargo, nuestras estrategias activas demuestran reducir drásticamente el Drawdown Máximo (pérdidas), protegiendo mejor el capital.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 y Trabajo Futuro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Logros</a:t>
            </a:r>
          </a:p>
          <a:p>
            <a:pPr lvl="1"/>
            <a:r>
              <a:t>Democratización de herramientas financieras cuantitativas.</a:t>
            </a:r>
          </a:p>
          <a:p>
            <a:pPr lvl="1"/>
            <a:r>
              <a:t>Limitaciones: Rendimientos pasados no garantizan resultados futuros. Falta modelar 'slippage'.</a:t>
            </a:r>
          </a:p>
          <a:p>
            <a:pPr/>
            <a:r>
              <a:t>Trabajo Futuro:</a:t>
            </a:r>
          </a:p>
          <a:p>
            <a:pPr lvl="1"/>
            <a:r>
              <a:t>Integración de modelos estocásticos predictivos (Machine Learning).</a:t>
            </a:r>
          </a:p>
          <a:p>
            <a:pPr lvl="1"/>
            <a:r>
              <a:t>Conexión a APIs de Brokers para 'Paper Trading' en vivo.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